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/An6g2WXUC3dHmlwVWW4cGpaG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h255f4bd0d7f4f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h255f4bd0d7f4f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h255f4bd0d7f4fa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h55c6bd1ede337b2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h55c6bd1ede337b2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h55c6bd1ede337b2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55c6bd1ede337b2c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h55c6bd1ede337b2c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55c6bd1ede337b2c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55c6bd1ede337b2c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h55c6bd1ede337b2c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h55c6bd1ede337b2c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55c6bd1ede337b2c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h55c6bd1ede337b2c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h55c6bd1ede337b2c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55c6bd1ede337b2c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h55c6bd1ede337b2c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h55c6bd1ede337b2c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55c6bd1ede337b2c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h55c6bd1ede337b2c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h55c6bd1ede337b2c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t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34440"/>
            <a:ext cx="3566160" cy="2985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4572000" y="137160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Prototipo de aplicación móvil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4572000" y="24231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Sistema de pedidos de almuerzos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4572000" y="32004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9B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r>
              <a:rPr lang="en-US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Matias Beas - Carla Pizarro - Luciano Vilches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4572000" y="3566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9B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Asignatura: </a:t>
            </a:r>
            <a:r>
              <a:rPr lang="en-US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DSY 1105</a:t>
            </a:r>
            <a:r>
              <a:rPr b="0" i="0" lang="en-US" sz="1400" u="none" cap="none" strike="noStrike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05-10-2060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h255f4bd0d7f4fa_0_1"/>
          <p:cNvSpPr txBox="1"/>
          <p:nvPr/>
        </p:nvSpPr>
        <p:spPr>
          <a:xfrm>
            <a:off x="640080" y="365760"/>
            <a:ext cx="694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t.png" id="27" name="Google Shape;27;h255f4bd0d7f4fa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228600"/>
            <a:ext cx="822960" cy="68899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h255f4bd0d7f4fa_0_1"/>
          <p:cNvSpPr/>
          <p:nvPr/>
        </p:nvSpPr>
        <p:spPr>
          <a:xfrm>
            <a:off x="3017520" y="1097280"/>
            <a:ext cx="5486400" cy="3566100"/>
          </a:xfrm>
          <a:prstGeom prst="roundRect">
            <a:avLst>
              <a:gd fmla="val 3846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h255f4bd0d7f4fa_0_1"/>
          <p:cNvSpPr/>
          <p:nvPr/>
        </p:nvSpPr>
        <p:spPr>
          <a:xfrm>
            <a:off x="3291840" y="1371600"/>
            <a:ext cx="2834700" cy="3657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h255f4bd0d7f4fa_0_1"/>
          <p:cNvSpPr txBox="1"/>
          <p:nvPr/>
        </p:nvSpPr>
        <p:spPr>
          <a:xfrm>
            <a:off x="3291840" y="137160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RF-0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Registro de Usuario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h255f4bd0d7f4fa_0_1"/>
          <p:cNvSpPr txBox="1"/>
          <p:nvPr/>
        </p:nvSpPr>
        <p:spPr>
          <a:xfrm>
            <a:off x="3291840" y="196596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¿Qué hace esta pantalla?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h255f4bd0d7f4fa_0_1"/>
          <p:cNvSpPr txBox="1"/>
          <p:nvPr/>
        </p:nvSpPr>
        <p:spPr>
          <a:xfrm>
            <a:off x="3291840" y="2468880"/>
            <a:ext cx="4937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Registro de cuentas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El usuario puede crear su cuenta ingresando su nombre, correo,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teléfono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y su contraseña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h255f4bd0d7f4fa_0_1" title="dashing-alpaca-f4888c.netlify.app_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25" y="918213"/>
            <a:ext cx="1911838" cy="3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640080" y="36576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Inicio de Sesión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t.png"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228600"/>
            <a:ext cx="822960" cy="68899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3017520" y="1097280"/>
            <a:ext cx="5486400" cy="3566160"/>
          </a:xfrm>
          <a:prstGeom prst="roundRect">
            <a:avLst>
              <a:gd fmla="val 3846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291840" y="1371600"/>
            <a:ext cx="2834640" cy="36576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3291840" y="1371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RF-0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Inicio de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3291840" y="19659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¿Qué hace esta pantalla?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3291840" y="2468880"/>
            <a:ext cx="4937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Es el inicio de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de la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aplicación.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El usuario puede iniciar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con las validaciones correspondientes.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 title="dashing-alpaca-f4888c.netlify.app_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25" y="918213"/>
            <a:ext cx="1911838" cy="3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5c6bd1ede337b2c_0_0"/>
          <p:cNvSpPr txBox="1"/>
          <p:nvPr/>
        </p:nvSpPr>
        <p:spPr>
          <a:xfrm>
            <a:off x="640080" y="365760"/>
            <a:ext cx="694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Cambio de contraseña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t.png" id="53" name="Google Shape;53;h55c6bd1ede337b2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228600"/>
            <a:ext cx="822960" cy="68899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h55c6bd1ede337b2c_0_0"/>
          <p:cNvSpPr/>
          <p:nvPr/>
        </p:nvSpPr>
        <p:spPr>
          <a:xfrm>
            <a:off x="3017520" y="1097280"/>
            <a:ext cx="5486400" cy="3566100"/>
          </a:xfrm>
          <a:prstGeom prst="roundRect">
            <a:avLst>
              <a:gd fmla="val 3846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h55c6bd1ede337b2c_0_0"/>
          <p:cNvSpPr/>
          <p:nvPr/>
        </p:nvSpPr>
        <p:spPr>
          <a:xfrm>
            <a:off x="3291840" y="1371600"/>
            <a:ext cx="2834700" cy="3657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55c6bd1ede337b2c_0_0"/>
          <p:cNvSpPr txBox="1"/>
          <p:nvPr/>
        </p:nvSpPr>
        <p:spPr>
          <a:xfrm>
            <a:off x="3291840" y="137160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RF-0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Recuperación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de Contraseña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h55c6bd1ede337b2c_0_0"/>
          <p:cNvSpPr txBox="1"/>
          <p:nvPr/>
        </p:nvSpPr>
        <p:spPr>
          <a:xfrm>
            <a:off x="3291840" y="196596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¿Qué hace esta pantalla?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h55c6bd1ede337b2c_0_0"/>
          <p:cNvSpPr txBox="1"/>
          <p:nvPr/>
        </p:nvSpPr>
        <p:spPr>
          <a:xfrm>
            <a:off x="3291840" y="2468880"/>
            <a:ext cx="4937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Es la pestaña para recuperar la contraseña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El usuario ingresa su correo para enviar un enlace para hacer la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recuperación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h55c6bd1ede337b2c_0_0" title="dashing-alpaca-f4888c.netlify.app_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25" y="918213"/>
            <a:ext cx="1911838" cy="3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55c6bd1ede337b2c_0_14"/>
          <p:cNvSpPr txBox="1"/>
          <p:nvPr/>
        </p:nvSpPr>
        <p:spPr>
          <a:xfrm>
            <a:off x="640080" y="365760"/>
            <a:ext cx="694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Principal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t.png" id="66" name="Google Shape;66;h55c6bd1ede337b2c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228600"/>
            <a:ext cx="822960" cy="68899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h55c6bd1ede337b2c_0_14"/>
          <p:cNvSpPr/>
          <p:nvPr/>
        </p:nvSpPr>
        <p:spPr>
          <a:xfrm>
            <a:off x="3017520" y="1097280"/>
            <a:ext cx="5486400" cy="3566100"/>
          </a:xfrm>
          <a:prstGeom prst="roundRect">
            <a:avLst>
              <a:gd fmla="val 3846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h55c6bd1ede337b2c_0_14"/>
          <p:cNvSpPr/>
          <p:nvPr/>
        </p:nvSpPr>
        <p:spPr>
          <a:xfrm>
            <a:off x="3291840" y="1371600"/>
            <a:ext cx="2834700" cy="3657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h55c6bd1ede337b2c_0_14"/>
          <p:cNvSpPr txBox="1"/>
          <p:nvPr/>
        </p:nvSpPr>
        <p:spPr>
          <a:xfrm>
            <a:off x="3291840" y="137160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RF-0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Visualizacion de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Menú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h55c6bd1ede337b2c_0_14"/>
          <p:cNvSpPr txBox="1"/>
          <p:nvPr/>
        </p:nvSpPr>
        <p:spPr>
          <a:xfrm>
            <a:off x="3291840" y="196596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¿Qué hace esta pantalla?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h55c6bd1ede337b2c_0_14"/>
          <p:cNvSpPr txBox="1"/>
          <p:nvPr/>
        </p:nvSpPr>
        <p:spPr>
          <a:xfrm>
            <a:off x="3291840" y="2468880"/>
            <a:ext cx="4937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Esta es la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principal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El usuario puede visualizar los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menús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disponibles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según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su precio, los agregados y la ensalada.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h55c6bd1ede337b2c_0_14" title="dashing-alpaca-f4888c.netlify.app_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25" y="918213"/>
            <a:ext cx="1911838" cy="3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55c6bd1ede337b2c_0_26"/>
          <p:cNvSpPr txBox="1"/>
          <p:nvPr/>
        </p:nvSpPr>
        <p:spPr>
          <a:xfrm>
            <a:off x="640080" y="365760"/>
            <a:ext cx="694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de Pedido(Carrito)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t.png" id="79" name="Google Shape;79;h55c6bd1ede337b2c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228600"/>
            <a:ext cx="822960" cy="68899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h55c6bd1ede337b2c_0_26"/>
          <p:cNvSpPr/>
          <p:nvPr/>
        </p:nvSpPr>
        <p:spPr>
          <a:xfrm>
            <a:off x="3017520" y="1097280"/>
            <a:ext cx="5486400" cy="3566100"/>
          </a:xfrm>
          <a:prstGeom prst="roundRect">
            <a:avLst>
              <a:gd fmla="val 3846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h55c6bd1ede337b2c_0_26"/>
          <p:cNvSpPr/>
          <p:nvPr/>
        </p:nvSpPr>
        <p:spPr>
          <a:xfrm>
            <a:off x="3291840" y="1371600"/>
            <a:ext cx="2834700" cy="3657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55c6bd1ede337b2c_0_26"/>
          <p:cNvSpPr txBox="1"/>
          <p:nvPr/>
        </p:nvSpPr>
        <p:spPr>
          <a:xfrm>
            <a:off x="3291840" y="137160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RF-0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Visualización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pedido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h55c6bd1ede337b2c_0_26"/>
          <p:cNvSpPr txBox="1"/>
          <p:nvPr/>
        </p:nvSpPr>
        <p:spPr>
          <a:xfrm>
            <a:off x="3291840" y="196596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¿Qué hace esta pantalla?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h55c6bd1ede337b2c_0_26"/>
          <p:cNvSpPr txBox="1"/>
          <p:nvPr/>
        </p:nvSpPr>
        <p:spPr>
          <a:xfrm>
            <a:off x="3291840" y="2468880"/>
            <a:ext cx="4937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Esta pagina es para ver el pedido que esta realizando agregar ensalada bebidas etc.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El usuario puede elegir los agregados que quiera, ingresar notas por si tiene alguna alergia.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h55c6bd1ede337b2c_0_26" title="dashing-alpaca-f4888c.netlify.app_ (2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25" y="918213"/>
            <a:ext cx="1911838" cy="3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55c6bd1ede337b2c_0_38"/>
          <p:cNvSpPr txBox="1"/>
          <p:nvPr/>
        </p:nvSpPr>
        <p:spPr>
          <a:xfrm>
            <a:off x="640080" y="365760"/>
            <a:ext cx="694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de Estado de Pedidos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t.png" id="92" name="Google Shape;92;h55c6bd1ede337b2c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228600"/>
            <a:ext cx="822960" cy="68899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h55c6bd1ede337b2c_0_38"/>
          <p:cNvSpPr/>
          <p:nvPr/>
        </p:nvSpPr>
        <p:spPr>
          <a:xfrm>
            <a:off x="3017520" y="1097280"/>
            <a:ext cx="5486400" cy="3566100"/>
          </a:xfrm>
          <a:prstGeom prst="roundRect">
            <a:avLst>
              <a:gd fmla="val 3846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h55c6bd1ede337b2c_0_38"/>
          <p:cNvSpPr/>
          <p:nvPr/>
        </p:nvSpPr>
        <p:spPr>
          <a:xfrm>
            <a:off x="3291840" y="1371600"/>
            <a:ext cx="2834700" cy="3657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h55c6bd1ede337b2c_0_38"/>
          <p:cNvSpPr txBox="1"/>
          <p:nvPr/>
        </p:nvSpPr>
        <p:spPr>
          <a:xfrm>
            <a:off x="3291840" y="137160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RF-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Visualización del estado del pedido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h55c6bd1ede337b2c_0_38"/>
          <p:cNvSpPr txBox="1"/>
          <p:nvPr/>
        </p:nvSpPr>
        <p:spPr>
          <a:xfrm>
            <a:off x="3291840" y="196596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¿Qué hace esta pantalla?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h55c6bd1ede337b2c_0_38"/>
          <p:cNvSpPr txBox="1"/>
          <p:nvPr/>
        </p:nvSpPr>
        <p:spPr>
          <a:xfrm>
            <a:off x="3291840" y="2468880"/>
            <a:ext cx="4937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Esta interfaz es para ver el estado del pedido con otros detalles, ver el estado de pago y el estado del armado de su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menú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El usuario puede ver su historial de compras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además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de ver el estado del pedido.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h55c6bd1ede337b2c_0_38" title="dashing-alpaca-f4888c.netlify.app_ (3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25" y="918213"/>
            <a:ext cx="1911838" cy="3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55c6bd1ede337b2c_0_50"/>
          <p:cNvSpPr txBox="1"/>
          <p:nvPr/>
        </p:nvSpPr>
        <p:spPr>
          <a:xfrm>
            <a:off x="640080" y="365760"/>
            <a:ext cx="694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Pagina para a</a:t>
            </a: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dministración</a:t>
            </a: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de Cuenta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t.png" id="105" name="Google Shape;105;h55c6bd1ede337b2c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228600"/>
            <a:ext cx="822960" cy="68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h55c6bd1ede337b2c_0_50"/>
          <p:cNvSpPr/>
          <p:nvPr/>
        </p:nvSpPr>
        <p:spPr>
          <a:xfrm>
            <a:off x="3017520" y="1097280"/>
            <a:ext cx="5486400" cy="3566100"/>
          </a:xfrm>
          <a:prstGeom prst="roundRect">
            <a:avLst>
              <a:gd fmla="val 3846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h55c6bd1ede337b2c_0_50"/>
          <p:cNvSpPr/>
          <p:nvPr/>
        </p:nvSpPr>
        <p:spPr>
          <a:xfrm>
            <a:off x="3291840" y="1371600"/>
            <a:ext cx="2834700" cy="3657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h55c6bd1ede337b2c_0_50"/>
          <p:cNvSpPr txBox="1"/>
          <p:nvPr/>
        </p:nvSpPr>
        <p:spPr>
          <a:xfrm>
            <a:off x="3291840" y="137160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de Cuenta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h55c6bd1ede337b2c_0_50"/>
          <p:cNvSpPr txBox="1"/>
          <p:nvPr/>
        </p:nvSpPr>
        <p:spPr>
          <a:xfrm>
            <a:off x="3291840" y="196596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¿Qué hace esta pantalla?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h55c6bd1ede337b2c_0_50"/>
          <p:cNvSpPr txBox="1"/>
          <p:nvPr/>
        </p:nvSpPr>
        <p:spPr>
          <a:xfrm>
            <a:off x="3291840" y="2468880"/>
            <a:ext cx="4937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Esta interfaz es para ver los datos principales del Cliente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El usuario puede ver sus datos personales, hacer cambios si es necesario para ellos, guardar los cambios y cerrar sesión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h55c6bd1ede337b2c_0_50" title="dashing-alpaca-f4888c.netlify.app_ (4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25" y="918213"/>
            <a:ext cx="1911838" cy="3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55c6bd1ede337b2c_0_62"/>
          <p:cNvSpPr txBox="1"/>
          <p:nvPr/>
        </p:nvSpPr>
        <p:spPr>
          <a:xfrm>
            <a:off x="640080" y="365760"/>
            <a:ext cx="694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Pagina para Administradores del local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t.png" id="118" name="Google Shape;118;h55c6bd1ede337b2c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228600"/>
            <a:ext cx="822960" cy="68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h55c6bd1ede337b2c_0_62"/>
          <p:cNvSpPr/>
          <p:nvPr/>
        </p:nvSpPr>
        <p:spPr>
          <a:xfrm>
            <a:off x="3017520" y="1097280"/>
            <a:ext cx="5486400" cy="3566100"/>
          </a:xfrm>
          <a:prstGeom prst="roundRect">
            <a:avLst>
              <a:gd fmla="val 3846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h55c6bd1ede337b2c_0_62"/>
          <p:cNvSpPr/>
          <p:nvPr/>
        </p:nvSpPr>
        <p:spPr>
          <a:xfrm>
            <a:off x="3291840" y="1371600"/>
            <a:ext cx="2834700" cy="3657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h55c6bd1ede337b2c_0_62"/>
          <p:cNvSpPr txBox="1"/>
          <p:nvPr/>
        </p:nvSpPr>
        <p:spPr>
          <a:xfrm>
            <a:off x="3291840" y="137160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Administración de Cuenta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h55c6bd1ede337b2c_0_62"/>
          <p:cNvSpPr txBox="1"/>
          <p:nvPr/>
        </p:nvSpPr>
        <p:spPr>
          <a:xfrm>
            <a:off x="3291840" y="196596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¿Qué hace esta pantalla?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h55c6bd1ede337b2c_0_62"/>
          <p:cNvSpPr txBox="1"/>
          <p:nvPr/>
        </p:nvSpPr>
        <p:spPr>
          <a:xfrm>
            <a:off x="3291840" y="2468880"/>
            <a:ext cx="4937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Esta interfaz es para ver las comandas diarias que tienen, van a ver un historial de los pedidos diarios vendidos y su total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0E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El Administrador 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podrá</a:t>
            </a:r>
            <a:r>
              <a:rPr lang="en-US" sz="1500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 cambiar el estado de los pedidos, ademas si esta pagado o no, y sobre todo manejar el stock de sus productos.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h55c6bd1ede337b2c_0_62" title="dashing-alpaca-f4888c.netlify.app_ (5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25" y="918213"/>
            <a:ext cx="1911838" cy="3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640080" y="36576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Flujo de pantallas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t.png" id="131" name="Google Shape;1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228600"/>
            <a:ext cx="822960" cy="68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 txBox="1"/>
          <p:nvPr/>
        </p:nvSpPr>
        <p:spPr>
          <a:xfrm>
            <a:off x="548640" y="41605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1. Pantalla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48640" y="446227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9B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RF-00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3"/>
          <p:cNvCxnSpPr/>
          <p:nvPr/>
        </p:nvCxnSpPr>
        <p:spPr>
          <a:xfrm>
            <a:off x="2606040" y="2606040"/>
            <a:ext cx="914400" cy="0"/>
          </a:xfrm>
          <a:prstGeom prst="straightConnector1">
            <a:avLst/>
          </a:prstGeom>
          <a:noFill/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" name="Google Shape;135;p3"/>
          <p:cNvSpPr txBox="1"/>
          <p:nvPr/>
        </p:nvSpPr>
        <p:spPr>
          <a:xfrm>
            <a:off x="3429000" y="41605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2. Pantalla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3429000" y="446227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9B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RF-00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3"/>
          <p:cNvCxnSpPr/>
          <p:nvPr/>
        </p:nvCxnSpPr>
        <p:spPr>
          <a:xfrm>
            <a:off x="5486400" y="2606040"/>
            <a:ext cx="914400" cy="0"/>
          </a:xfrm>
          <a:prstGeom prst="straightConnector1">
            <a:avLst/>
          </a:prstGeom>
          <a:noFill/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p3"/>
          <p:cNvSpPr txBox="1"/>
          <p:nvPr/>
        </p:nvSpPr>
        <p:spPr>
          <a:xfrm>
            <a:off x="6309360" y="41605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3. Pantalla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309360" y="446227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9B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RF-00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3" title="dashing-alpaca-f4888c.netlify.app_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725" y="1070225"/>
            <a:ext cx="1463050" cy="3003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title="dashing-alpaca-f4888c.netlify.app_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0849" y="1071950"/>
            <a:ext cx="1463050" cy="300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" title="dashing-alpaca-f4888c.netlify.app_ (1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4950" y="1070222"/>
            <a:ext cx="1463050" cy="3003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/>
        </p:nvSpPr>
        <p:spPr>
          <a:xfrm>
            <a:off x="640080" y="36576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Paleta de colores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t.png"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228600"/>
            <a:ext cx="822960" cy="68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/>
          <p:nvPr/>
        </p:nvSpPr>
        <p:spPr>
          <a:xfrm>
            <a:off x="640080" y="1280160"/>
            <a:ext cx="1737360" cy="1645920"/>
          </a:xfrm>
          <a:prstGeom prst="roundRect">
            <a:avLst>
              <a:gd fmla="val 11111" name="adj"/>
            </a:avLst>
          </a:prstGeom>
          <a:solidFill>
            <a:srgbClr val="121212"/>
          </a:solidFill>
          <a:ln cap="flat" cmpd="sng" w="12700">
            <a:solidFill>
              <a:srgbClr val="A09B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640080" y="31089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Fondo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640080" y="34290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9B9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#121212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2651760" y="1280160"/>
            <a:ext cx="1737360" cy="1645920"/>
          </a:xfrm>
          <a:prstGeom prst="roundRect">
            <a:avLst>
              <a:gd fmla="val 11111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2651760" y="31089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Dorado principal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2651760" y="34290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9B9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#F59E0B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663440" y="1280160"/>
            <a:ext cx="1737360" cy="1645920"/>
          </a:xfrm>
          <a:prstGeom prst="roundRect">
            <a:avLst>
              <a:gd fmla="val 11111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4663440" y="31089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Dorado oscuro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4663440" y="34290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9B9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#D97706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675120" y="1280160"/>
            <a:ext cx="1737360" cy="1645920"/>
          </a:xfrm>
          <a:prstGeom prst="roundRect">
            <a:avLst>
              <a:gd fmla="val 11111" name="adj"/>
            </a:avLst>
          </a:prstGeom>
          <a:solidFill>
            <a:srgbClr val="F2F0EA"/>
          </a:solidFill>
          <a:ln cap="flat" cmpd="sng" w="12700">
            <a:solidFill>
              <a:srgbClr val="F2F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6675120" y="31089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0E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F0EA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675120" y="34290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9B9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9B90"/>
                </a:solidFill>
                <a:latin typeface="Calibri"/>
                <a:ea typeface="Calibri"/>
                <a:cs typeface="Calibri"/>
                <a:sym typeface="Calibri"/>
              </a:rPr>
              <a:t>#F2F0EA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Estilo: Material Design 3  ·  Bordes redondeados  ·  Tarjetas elevadas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2026-10-08T15:10:13Z</dcterms:created>
  <dc:creator>PptxGenJS</dc:creator>
</cp:coreProperties>
</file>